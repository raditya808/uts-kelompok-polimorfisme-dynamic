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840F3-922A-0CD8-0E97-FC03913DA6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8E4762-50C4-B48A-4E5D-EF7DDFA4DA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191F8A-BD94-F716-6F33-4A128832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CF21F-C176-4BB5-A4C1-9ECAE186D89D}" type="datetimeFigureOut">
              <a:rPr lang="en-ID" smtClean="0"/>
              <a:t>05/12/2025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68F407-203E-63B8-AB80-21B5BC084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1C359-0532-4F74-2F9C-BDC51C268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9814D-5D84-4D27-856D-DAE07E1B3A7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238088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A6CF1-9276-8AE7-399E-B07ABC492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4498F1-67F6-5E8C-92A3-2E14C97AD0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7E30BA-7410-E47D-E445-D5567A24F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CF21F-C176-4BB5-A4C1-9ECAE186D89D}" type="datetimeFigureOut">
              <a:rPr lang="en-ID" smtClean="0"/>
              <a:t>05/12/2025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90C0DC-7B80-9F8C-C9E6-7976FDA06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FCFFD4-8E8D-054E-BE5A-D11ED75D1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9814D-5D84-4D27-856D-DAE07E1B3A7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842022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1482D-DD46-D3D3-11C2-002D66B7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FC1939-F2C4-28CF-061D-F0805E465F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22C86B-AF4C-9060-C631-FB4845814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CF21F-C176-4BB5-A4C1-9ECAE186D89D}" type="datetimeFigureOut">
              <a:rPr lang="en-ID" smtClean="0"/>
              <a:t>05/12/2025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BF721A-AF9F-FFE3-337F-A1677FCB4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5B34AC-CF23-1942-15B7-934F44099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9814D-5D84-4D27-856D-DAE07E1B3A7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407994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39D48-A868-3DCD-7347-E313E7EC6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91426E-E281-4331-B042-4854479A1A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E22BB5-52B9-75B2-7FBB-630EF56D33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DD92B9-D9A3-4C75-9F98-162995706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CF21F-C176-4BB5-A4C1-9ECAE186D89D}" type="datetimeFigureOut">
              <a:rPr lang="en-ID" smtClean="0"/>
              <a:t>05/12/2025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407E50-42F2-3D11-6066-EB18FD12C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4DF64D-7624-0907-6D48-3C02BADE5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9814D-5D84-4D27-856D-DAE07E1B3A7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040824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8AA52-72A3-69C1-A42C-FBD02A5CDF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4AEEE7-5CFE-3183-C326-3847C68754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2216A9-177F-3ABA-5456-088F801E36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02A24D-69D6-2880-E78D-CFE56E78A4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D98E49-4B12-D370-EB00-C938BD745B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18F3FB-D4A9-038C-5CD4-50EAD3A66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CF21F-C176-4BB5-A4C1-9ECAE186D89D}" type="datetimeFigureOut">
              <a:rPr lang="en-ID" smtClean="0"/>
              <a:t>05/12/2025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EEC0D5-A757-60A6-89D6-AA55B1B618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8C9957-C718-9B66-79E1-7BE9CF222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9814D-5D84-4D27-856D-DAE07E1B3A7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349882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6F7CF-C7BD-B306-5DB8-3E1664734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18A08A-A403-D70C-CF70-6C7F43364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CF21F-C176-4BB5-A4C1-9ECAE186D89D}" type="datetimeFigureOut">
              <a:rPr lang="en-ID" smtClean="0"/>
              <a:t>05/12/2025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CFCF60-8DD2-541D-7111-C73698EF3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4D7039-F7CC-0521-33E2-BDCB82B7E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9814D-5D84-4D27-856D-DAE07E1B3A7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46495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692B4A-0731-7FA7-3BE9-45EAF658E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CF21F-C176-4BB5-A4C1-9ECAE186D89D}" type="datetimeFigureOut">
              <a:rPr lang="en-ID" smtClean="0"/>
              <a:t>05/12/2025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43F940-3892-E86A-DAC1-2D6E6C9B0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9AA9F7-3814-2B94-F256-87C9773AE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9814D-5D84-4D27-856D-DAE07E1B3A7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883514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F8D3C-C8CF-76ED-8530-12831F2EF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E57990-B8B3-B3D5-E978-C6F40F5050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FB8D87-1B5F-FD7B-187D-D97D672DA4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075E26-B007-9D79-1CE9-910DD41C4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CF21F-C176-4BB5-A4C1-9ECAE186D89D}" type="datetimeFigureOut">
              <a:rPr lang="en-ID" smtClean="0"/>
              <a:t>05/12/2025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82295D-E36C-C046-FF6A-792491371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DBAD08-50D2-8E25-0360-5A782B24F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9814D-5D84-4D27-856D-DAE07E1B3A7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80947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35D74-1112-047F-3BE0-6B8233E9D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6AACE52-7A03-3ACA-0DBD-811948A6F1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EA7738-0391-D2DF-C9FC-D3EDBFC67F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1DFF5E-0CDD-3D10-0784-CB466E61F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CF21F-C176-4BB5-A4C1-9ECAE186D89D}" type="datetimeFigureOut">
              <a:rPr lang="en-ID" smtClean="0"/>
              <a:t>05/12/2025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4F7089-3ABA-6BE9-27C5-C1DC0C8F4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322927-9BF2-C4CE-8E9F-9D2AF05C2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9814D-5D84-4D27-856D-DAE07E1B3A7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202459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CDD4B-8879-8333-6B19-2F99CF34F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5D6EB3-33E1-93A0-8675-BBD650A556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8270B4-5AA7-CFFF-C65A-968158ACC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CF21F-C176-4BB5-A4C1-9ECAE186D89D}" type="datetimeFigureOut">
              <a:rPr lang="en-ID" smtClean="0"/>
              <a:t>05/12/2025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7ED67E-D2A2-50DB-A64B-B0DD102EE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A94118-95CD-0504-BFC1-9A2B976AB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9814D-5D84-4D27-856D-DAE07E1B3A7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801192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F77C2B-3E3A-FA58-3EAE-A4B5620DC6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52D095-2BAE-64FD-5545-C37232FE42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1DE4D3-F89B-211B-07C1-A49074389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CF21F-C176-4BB5-A4C1-9ECAE186D89D}" type="datetimeFigureOut">
              <a:rPr lang="en-ID" smtClean="0"/>
              <a:t>05/12/2025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56AE82-5C57-F713-BB42-39993E0A0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2B1F69-5A10-D1C5-E1B2-AE5A5490B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9814D-5D84-4D27-856D-DAE07E1B3A7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518569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8D32788-3B2A-6CFF-3446-2B69A1349D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22DD69-70C4-F839-F765-E1330A78A4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F3817D-09A8-1906-6DA1-4BE5FC513B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8CF21F-C176-4BB5-A4C1-9ECAE186D89D}" type="datetimeFigureOut">
              <a:rPr lang="en-ID" smtClean="0"/>
              <a:t>05/12/2025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42C2D7-8CD3-2319-9F75-0D208453C5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356EF9-FE1D-F72F-C832-BE9ED6D6A0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B9814D-5D84-4D27-856D-DAE07E1B3A7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23007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C441E-D316-5205-0025-3A6C16A8FCD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Tugas</a:t>
            </a:r>
            <a:r>
              <a:rPr lang="en-US" dirty="0"/>
              <a:t> Pewarisan dan </a:t>
            </a:r>
            <a:r>
              <a:rPr lang="en-US" dirty="0" err="1"/>
              <a:t>Polimorfisme</a:t>
            </a:r>
            <a:endParaRPr lang="en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27D26C-947C-16F5-ADE3-D48DEDCD17A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54280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1008D6-78AC-2076-22B9-BEA5A60BD9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487" y="753910"/>
            <a:ext cx="9289026" cy="3316646"/>
          </a:xfrm>
        </p:spPr>
        <p:txBody>
          <a:bodyPr/>
          <a:lstStyle/>
          <a:p>
            <a:pPr marL="0" indent="0">
              <a:buNone/>
            </a:pPr>
            <a:r>
              <a:rPr lang="en-ID" dirty="0" err="1"/>
              <a:t>Buatlah</a:t>
            </a:r>
            <a:r>
              <a:rPr lang="en-ID" dirty="0"/>
              <a:t> </a:t>
            </a:r>
            <a:r>
              <a:rPr lang="en-ID" dirty="0" err="1"/>
              <a:t>kelas</a:t>
            </a:r>
            <a:r>
              <a:rPr lang="en-ID" dirty="0"/>
              <a:t> </a:t>
            </a:r>
            <a:r>
              <a:rPr lang="en-ID" dirty="0" err="1"/>
              <a:t>induk</a:t>
            </a:r>
            <a:r>
              <a:rPr lang="en-ID" dirty="0"/>
              <a:t> </a:t>
            </a:r>
            <a:r>
              <a:rPr lang="en-ID" dirty="0" err="1"/>
              <a:t>Pegawai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atribut</a:t>
            </a:r>
            <a:r>
              <a:rPr lang="en-ID" dirty="0"/>
              <a:t> nama dan </a:t>
            </a:r>
            <a:r>
              <a:rPr lang="en-ID" dirty="0" err="1"/>
              <a:t>metode</a:t>
            </a:r>
            <a:r>
              <a:rPr lang="en-ID" dirty="0"/>
              <a:t> </a:t>
            </a:r>
            <a:r>
              <a:rPr lang="en-ID" dirty="0" err="1"/>
              <a:t>gaji</a:t>
            </a:r>
            <a:r>
              <a:rPr lang="en-ID" dirty="0"/>
              <a:t>(). </a:t>
            </a:r>
            <a:r>
              <a:rPr lang="en-ID" dirty="0" err="1"/>
              <a:t>Kemudian</a:t>
            </a:r>
            <a:r>
              <a:rPr lang="en-ID" dirty="0"/>
              <a:t> buat dua subclass Manager dan Programmer yang </a:t>
            </a:r>
            <a:r>
              <a:rPr lang="en-ID" dirty="0" err="1"/>
              <a:t>mewarisi</a:t>
            </a:r>
            <a:r>
              <a:rPr lang="en-ID" dirty="0"/>
              <a:t> </a:t>
            </a:r>
            <a:r>
              <a:rPr lang="en-ID" dirty="0" err="1"/>
              <a:t>Pegawai</a:t>
            </a:r>
            <a:r>
              <a:rPr lang="en-ID" dirty="0"/>
              <a:t>, </a:t>
            </a:r>
            <a:r>
              <a:rPr lang="en-ID" dirty="0" err="1"/>
              <a:t>tetapi</a:t>
            </a:r>
            <a:r>
              <a:rPr lang="en-ID" dirty="0"/>
              <a:t> masing-masing </a:t>
            </a:r>
            <a:r>
              <a:rPr lang="en-ID" dirty="0" err="1"/>
              <a:t>memiliki</a:t>
            </a:r>
            <a:r>
              <a:rPr lang="en-ID" dirty="0"/>
              <a:t> </a:t>
            </a:r>
            <a:r>
              <a:rPr lang="en-ID" dirty="0" err="1"/>
              <a:t>perhitungan</a:t>
            </a:r>
            <a:r>
              <a:rPr lang="en-ID" dirty="0"/>
              <a:t> </a:t>
            </a:r>
            <a:r>
              <a:rPr lang="en-ID" dirty="0" err="1"/>
              <a:t>gaji</a:t>
            </a:r>
            <a:r>
              <a:rPr lang="en-ID" dirty="0"/>
              <a:t> yang </a:t>
            </a:r>
            <a:r>
              <a:rPr lang="en-ID" dirty="0" err="1"/>
              <a:t>berbeda</a:t>
            </a:r>
            <a:r>
              <a:rPr lang="en-ID" dirty="0"/>
              <a:t>. </a:t>
            </a:r>
          </a:p>
          <a:p>
            <a:pPr marL="0" indent="0">
              <a:buNone/>
            </a:pPr>
            <a:r>
              <a:rPr lang="en-ID" dirty="0"/>
              <a:t>Buat daftar </a:t>
            </a:r>
            <a:r>
              <a:rPr lang="en-ID" dirty="0" err="1"/>
              <a:t>pegawai</a:t>
            </a:r>
            <a:r>
              <a:rPr lang="en-ID" dirty="0"/>
              <a:t> yang </a:t>
            </a:r>
            <a:r>
              <a:rPr lang="en-ID" dirty="0" err="1"/>
              <a:t>berisi</a:t>
            </a:r>
            <a:r>
              <a:rPr lang="en-ID" dirty="0"/>
              <a:t> </a:t>
            </a:r>
            <a:r>
              <a:rPr lang="en-ID" dirty="0" err="1"/>
              <a:t>objek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kedua</a:t>
            </a:r>
            <a:r>
              <a:rPr lang="en-ID" dirty="0"/>
              <a:t> </a:t>
            </a:r>
            <a:r>
              <a:rPr lang="en-ID" dirty="0" err="1"/>
              <a:t>kelas</a:t>
            </a:r>
            <a:r>
              <a:rPr lang="en-ID" dirty="0"/>
              <a:t>, </a:t>
            </a:r>
            <a:r>
              <a:rPr lang="en-ID" dirty="0" err="1"/>
              <a:t>lalu</a:t>
            </a:r>
            <a:r>
              <a:rPr lang="en-ID" dirty="0"/>
              <a:t> </a:t>
            </a:r>
            <a:r>
              <a:rPr lang="en-ID" dirty="0" err="1"/>
              <a:t>gunakan</a:t>
            </a:r>
            <a:r>
              <a:rPr lang="en-ID" dirty="0"/>
              <a:t> </a:t>
            </a:r>
            <a:r>
              <a:rPr lang="en-ID" dirty="0" err="1"/>
              <a:t>perulangan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memanggil</a:t>
            </a:r>
            <a:r>
              <a:rPr lang="en-ID" dirty="0"/>
              <a:t> </a:t>
            </a:r>
            <a:r>
              <a:rPr lang="en-ID" dirty="0" err="1"/>
              <a:t>metode</a:t>
            </a:r>
            <a:r>
              <a:rPr lang="en-ID" dirty="0"/>
              <a:t> </a:t>
            </a:r>
            <a:r>
              <a:rPr lang="en-ID" dirty="0" err="1"/>
              <a:t>gaji</a:t>
            </a:r>
            <a:r>
              <a:rPr lang="en-ID" dirty="0"/>
              <a:t>() masing-masing </a:t>
            </a:r>
            <a:r>
              <a:rPr lang="en-ID" dirty="0" err="1"/>
              <a:t>pegawai</a:t>
            </a:r>
            <a:r>
              <a:rPr lang="en-ID"/>
              <a:t>.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2672209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</Words>
  <Application>Microsoft Office PowerPoint</Application>
  <PresentationFormat>Widescreen</PresentationFormat>
  <Paragraphs>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Tugas Pewarisan dan Polimorfisme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KEVIN K</dc:creator>
  <cp:lastModifiedBy>KEVIN K</cp:lastModifiedBy>
  <cp:revision>1</cp:revision>
  <dcterms:created xsi:type="dcterms:W3CDTF">2025-12-05T08:34:12Z</dcterms:created>
  <dcterms:modified xsi:type="dcterms:W3CDTF">2025-12-05T08:35:02Z</dcterms:modified>
</cp:coreProperties>
</file>